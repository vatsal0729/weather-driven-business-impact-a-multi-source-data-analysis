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/>
            </a:pPr>
            <a:r>
              <a:t>Weather-Driven Business Impact: A Multi-Source EDA &amp; Econometric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/>
            </a:pPr>
            <a:r>
              <a:t>Course Project Review 1</a:t>
            </a:r>
          </a:p>
          <a:p>
            <a:r>
              <a:t>Exploratory Data Analysis</a:t>
            </a:r>
          </a:p>
          <a:p/>
          <a:p>
            <a:r>
              <a:t>Team Members: [Insert Names]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Abstract: Problem &amp;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572000" cy="0"/>
          </a:xfrm>
        </p:spPr>
        <p:txBody>
          <a:bodyPr/>
          <a:lstStyle/>
          <a:p>
            <a:r>
              <a:t>The Problem:</a:t>
            </a:r>
          </a:p>
          <a:p>
            <a:pPr lvl="1"/>
            <a:r>
              <a:t>Standard business analysis often confuses normal calendar trends (like busy weekends) with actual weather impacts.</a:t>
            </a:r>
          </a:p>
          <a:p>
            <a:pPr/>
            <a:r>
              <a:t>The Solution:</a:t>
            </a:r>
          </a:p>
          <a:p>
            <a:pPr lvl="1"/>
            <a:r>
              <a:t>We are building an interactive Exploratory Data Analysis (EDA) platform to isolate the true financial impact of weather across 16+ commercial sectors.</a:t>
            </a:r>
          </a:p>
          <a:p>
            <a:pPr/>
            <a:r>
              <a:t>The Goal:</a:t>
            </a:r>
          </a:p>
          <a:p>
            <a:pPr lvl="1"/>
            <a:r>
              <a:t>To visually map the 'Domino Effect' of weather (e.g., proving how heavy rain suppresses bike-sharing, surges rideshare apps, lowers dine-in restaurant traffic, and spikes food delivery).</a:t>
            </a:r>
          </a:p>
        </p:txBody>
      </p:sp>
      <p:pic>
        <p:nvPicPr>
          <p:cNvPr id="4" name="Picture 3" descr="media_17871564881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286000"/>
            <a:ext cx="3657600" cy="22717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Details: Sources &amp;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Weather &amp; Climate Data (The Cause):</a:t>
            </a:r>
          </a:p>
          <a:p>
            <a:pPr lvl="1"/>
            <a:r>
              <a:t>Sources: NOAA and OpenWeather APIs.</a:t>
            </a:r>
          </a:p>
          <a:p>
            <a:pPr lvl="1"/>
            <a:r>
              <a:t>Metrics: Hourly dry bulb temperature, precipitation (mm/hr), wind speed, and snowfall.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Business &amp; Economic Data (The Effect):</a:t>
            </a:r>
          </a:p>
          <a:p>
            <a:pPr lvl="1"/>
            <a:r>
              <a:t>Sources: Stochastic Data Synthesis (creating highly realistic mock datasets based on real-world logic since corporate data is confidential).</a:t>
            </a:r>
          </a:p>
          <a:p>
            <a:pPr lvl="1"/>
            <a:r>
              <a:t>Coverage: 16+ sectors including Logistics (Uber/DoorDash), Hospitality, Retail, and Infrastructure (Power Grid).</a:t>
            </a:r>
          </a:p>
        </p:txBody>
      </p:sp>
      <p:pic>
        <p:nvPicPr>
          <p:cNvPr id="5" name="Picture 4" descr="media_17875052583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572000"/>
            <a:ext cx="5215089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Challenges &amp; Data Wrangling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Clock Problem (Timezones):</a:t>
            </a:r>
          </a:p>
          <a:p>
            <a:pPr lvl="1"/>
            <a:r>
              <a:t>Weather sensors record in global UTC time, while businesses record in local time. We programmatically aligned these, accounting for Daylight Saving Time.</a:t>
            </a:r>
          </a:p>
          <a:p>
            <a:pPr/>
            <a:r>
              <a:t>The Stopwatch Problem (Granularity):</a:t>
            </a:r>
          </a:p>
          <a:p>
            <a:pPr lvl="1"/>
            <a:r>
              <a:t>Business sales log every 15 minutes, but weather is hourly. We utilized Pandas resampling to stack 15-minute chunks into 1-hour blocks for side-by-side analysis.</a:t>
            </a:r>
          </a:p>
          <a:p>
            <a:pPr/>
            <a:r>
              <a:t>The Broken Thermometer (Missing Data):</a:t>
            </a:r>
          </a:p>
          <a:p>
            <a:pPr lvl="1"/>
            <a:r>
              <a:t>When weather sensors drop offline, we used cubic spline interpolation (mathematical dot-connecting) to safely estimate missing temperatures without breaking our time-series.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Data Sourcing (Completed) - Setup API integrations and synthesize proxy business datasets.</a:t>
            </a:r>
          </a:p>
          <a:p>
            <a:r>
              <a:t>Phase 2: Data Wrangling (Completed) - Cleanse data, align timezones, handle missing values, and merge into Parquet files.</a:t>
            </a:r>
          </a:p>
          <a:p>
            <a:r>
              <a:t>Phase 3: Exploratory Data Analysis (In Progress) - Visualize non-linear tipping points and cross-sector ripple effects.</a:t>
            </a:r>
          </a:p>
          <a:p>
            <a:r>
              <a:t>Phase 4: Econometric Modeling (Upcoming) - Apply Two-Way Fixed Effects (TWFE) to separate calendar trends from weather anomalies.</a:t>
            </a:r>
          </a:p>
          <a:p>
            <a:r>
              <a:t>Phase 5: Dashboard Deployment (Upcoming) - Finalize the interactive Streamlit dashboard with a live scenario simulator.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